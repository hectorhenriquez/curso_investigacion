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197BA-F4F6-FF92-D352-3475228FE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F30F66-3231-489A-B9E7-3300F4F96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DAA3A5-CF5C-4234-19B5-C34E3794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83C6F8-935C-E048-D43F-773621A4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ED5702-6AF8-3494-5D28-C120777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4792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FEFE0-E5CB-BDF0-81F6-1BFDEA9A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4CE5A-3E3A-6E54-3166-6D9629C3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659B77-FEE5-4501-2D15-691E8BCC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BB2F3-9AA5-48AF-F803-6681B3B1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160A4F-6382-D144-983C-D82D16AB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977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159D8-9354-21C6-FA5C-E970ECE8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39B130-22E5-A364-016A-E1109030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B43EEC-B005-BD57-22F9-F788C284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66EB7F-3EEC-D578-04FB-749A98DE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EC94A-0FD0-81B2-F0EE-75E9CC81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239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EB33B-BE2B-EE10-2A64-54AE0487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FCA4AC-E5DF-B8C0-A7B3-B1784A836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2B57B0-0733-40A0-613A-A743387D4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B2F4B7-8314-88C2-6140-7DA8B7E1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27EAC0-A548-5B0B-A43D-AAF46D35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C3570-AA36-7AA4-373F-5BC5F6FC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301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75F5F-7C95-4F56-C31E-610C4673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BD7357-4E89-DCF1-6C98-28B438B46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46BBED-9B84-15CB-DA0C-B2EAA4830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CB09F71-DC7E-6F2B-FE2C-FFED5F7F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7AC366-D766-F774-87F5-721B4834A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251ABCE-08F4-7945-2C6A-E5EF508B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E881FD-E456-CC0F-0AAB-0943A81E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9D801A-A3BC-3AE0-F930-A3A2EAA1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636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8A985-7EA6-7E00-5885-CFF67D04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302980-08AC-8F88-7401-7B0C131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D1F52D-F31A-5DE8-67E1-FEEF11AA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3A0779-A48B-3F66-BB69-288E68A0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077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AF434B-DDAE-4D04-4E9C-5D5AD6DD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295E3F-E97B-D9B7-51C7-FF99C303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ECC65C-84BD-C009-5303-76095108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740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3186D-F87D-3C89-03A3-9DA5FC45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6DA87-C6F4-7A0E-DF2A-CE14CE5D0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A67EC-9CD1-E3AD-EDE5-EDE7BB5BA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B08ABC-6BFA-8AB0-A271-E76AA3DE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7A9FB3-CB1E-8092-5545-179E77C8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D3930D-0969-F3DA-235E-04FBA412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156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0E678-93E0-4D44-555F-346DC0DE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7809B7-462E-461A-D56E-E66DD2F7D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26C34F-FBFD-ED15-984C-A6E4444BD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34EA0E-848F-2B00-CE19-6763AA82B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12A7F2-76D1-90E5-3604-2CF9D912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4F9876-81D2-3D46-5576-2678D15C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90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50E56-D996-FE4F-B5F5-0906896A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23AF1C-120B-0BE2-BFE6-39D965B75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E5F33-71A6-89D1-64EC-301B9AA5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410449-38F4-B09F-8F1B-BCD55EA5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BEFF0-F18B-D7ED-CCC7-E4EC56A8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384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78FC96-1F08-AD63-3E02-EFD79152B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BBAD11-7440-6E32-1284-E0FC4D2E7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01B94B-FDCE-3B57-8185-36CDE8C3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C45F9-E0EC-BE50-ABC5-5CBAC4FC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1C6B25-BA3D-4D96-D3D3-22451875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968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672B2E-F75C-7D1A-6CB7-7A9B89C4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183FEF-4090-5F09-A4C1-8083F52A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01B18A-A500-C910-C396-D358EC2DC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397FB-1639-D14E-9364-81DAD7CB7E55}" type="datetimeFigureOut">
              <a:rPr lang="es-CL" smtClean="0"/>
              <a:t>10-06-26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E70FE5-A9A8-7C5E-F7A3-DA0170B33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F5540-45B0-78E4-18A9-BEF96B7D6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76D31-6AD0-4340-B416-45F6FD7397B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048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194677-71F2-1A48-84C3-A4AE44C74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3" y="0"/>
            <a:ext cx="12195243" cy="68561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8DB6E9-FFB2-3F3D-83B3-38408B324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solidFill>
                  <a:schemeClr val="bg1"/>
                </a:solidFill>
              </a:rPr>
              <a:t>Seminario de </a:t>
            </a:r>
            <a:r>
              <a:rPr lang="es-CL" dirty="0" err="1">
                <a:solidFill>
                  <a:schemeClr val="bg1"/>
                </a:solidFill>
              </a:rPr>
              <a:t>miniproyectos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D465AC-EFD4-9034-CDD5-D50CFF6D5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2468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24183-7CF1-8220-EF56-7F5217AD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Grupo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388B2B-90A7-56DD-8787-D0102407E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Necesitan resolver el siguiente problema:</a:t>
            </a:r>
          </a:p>
          <a:p>
            <a:r>
              <a:rPr lang="es-CL" dirty="0"/>
              <a:t>Actualmente existe una cantidad muy alta de radiografías de tórax de pacientes ambulatorios que no cumplen criterios de calidad y han aumentado las recitaciones.</a:t>
            </a:r>
          </a:p>
          <a:p>
            <a:r>
              <a:rPr lang="es-CL" dirty="0"/>
              <a:t>Les solicitan evaluar una implementación tecnológica que disminuya la cantidad de radiografías mal tomadas.</a:t>
            </a:r>
          </a:p>
        </p:txBody>
      </p:sp>
    </p:spTree>
    <p:extLst>
      <p:ext uri="{BB962C8B-B14F-4D97-AF65-F5344CB8AC3E}">
        <p14:creationId xmlns:p14="http://schemas.microsoft.com/office/powerpoint/2010/main" val="392044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AE269-78F1-D36D-6D56-ED47985A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D8F2F-BC1E-0822-C9A2-19B04BDB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Grupo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C3FC89-3BFA-F365-BDC7-ECD57CD5D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err="1"/>
              <a:t>Ud</a:t>
            </a:r>
            <a:r>
              <a:rPr lang="es-CL" dirty="0"/>
              <a:t> trabaja como radiólogo en el Servicio de Salud X. Tienen una lista de espera de pacientes para ecotomografía y tomografía computarizada de aproximadamente 8 meses, que equivalen a 600 estudios de US y 180 TC.</a:t>
            </a:r>
          </a:p>
          <a:p>
            <a:r>
              <a:rPr lang="es-CL" dirty="0"/>
              <a:t>Dado que son de la </a:t>
            </a:r>
            <a:r>
              <a:rPr lang="es-CL" dirty="0" err="1"/>
              <a:t>Uandes</a:t>
            </a:r>
            <a:r>
              <a:rPr lang="es-CL" dirty="0"/>
              <a:t> les piden evaluar una solución tecnológica que permita resolver o mitigar este problema.</a:t>
            </a:r>
          </a:p>
        </p:txBody>
      </p:sp>
    </p:spTree>
    <p:extLst>
      <p:ext uri="{BB962C8B-B14F-4D97-AF65-F5344CB8AC3E}">
        <p14:creationId xmlns:p14="http://schemas.microsoft.com/office/powerpoint/2010/main" val="325003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96E6-7EAA-70D7-E6CD-8F032140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80F5F-64AE-77C1-43FC-592967A5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Desarrollo.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EC5047-FB4A-12E8-9637-40815463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Validez del problema.</a:t>
            </a:r>
          </a:p>
          <a:p>
            <a:r>
              <a:rPr lang="es-CL" dirty="0"/>
              <a:t>Impacto en la atención.</a:t>
            </a:r>
          </a:p>
          <a:p>
            <a:r>
              <a:rPr lang="es-CL" dirty="0"/>
              <a:t>Riesgos asociados a la implementación.</a:t>
            </a:r>
          </a:p>
          <a:p>
            <a:r>
              <a:rPr lang="es-CL" dirty="0"/>
              <a:t>Objetivo del proyecto y métricas medibles.</a:t>
            </a:r>
          </a:p>
          <a:p>
            <a:r>
              <a:rPr lang="es-CL" dirty="0"/>
              <a:t>Diseño metodológico.</a:t>
            </a:r>
          </a:p>
          <a:p>
            <a:r>
              <a:rPr lang="es-CL" dirty="0"/>
              <a:t>Arquitectura de modelo de Machine </a:t>
            </a:r>
            <a:r>
              <a:rPr lang="es-CL" dirty="0" err="1"/>
              <a:t>Learning</a:t>
            </a:r>
            <a:r>
              <a:rPr lang="es-CL" dirty="0"/>
              <a:t> a utilizar.</a:t>
            </a:r>
          </a:p>
          <a:p>
            <a:r>
              <a:rPr lang="es-CL" dirty="0"/>
              <a:t>Tipos de datos.</a:t>
            </a:r>
          </a:p>
          <a:p>
            <a:r>
              <a:rPr lang="es-CL" dirty="0"/>
              <a:t>Metodologías de evaluación.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41038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156</Words>
  <Application>Microsoft Macintosh PowerPoint</Application>
  <PresentationFormat>Panorámica</PresentationFormat>
  <Paragraphs>17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Seminario de miniproyectos</vt:lpstr>
      <vt:lpstr>Grupo 1</vt:lpstr>
      <vt:lpstr>Grupo 2</vt:lpstr>
      <vt:lpstr>Desarrollo.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Henriquez Leighton</dc:creator>
  <cp:lastModifiedBy>Hector Henriquez Leighton</cp:lastModifiedBy>
  <cp:revision>1</cp:revision>
  <dcterms:created xsi:type="dcterms:W3CDTF">2026-06-10T14:09:18Z</dcterms:created>
  <dcterms:modified xsi:type="dcterms:W3CDTF">2026-06-10T14:22:16Z</dcterms:modified>
</cp:coreProperties>
</file>